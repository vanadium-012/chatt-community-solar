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edit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Master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A622EF-9C13-4560-93C1-BD2EA9E868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48E261-C33B-4E79-A060-0BC6DE6D47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73466E-8B72-4D19-A7D4-D4ADDC1902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1FF6F8-2CD1-4B15-A7C7-82ABABE677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6F1FAF-232C-4C2D-B75D-F9725FE43C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47AB96-2910-49EF-93B2-FFFE00985B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862AB4-6EF2-48E6-B224-B25314CB2E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99C4AC-8552-4B58-BF3A-67369B3A74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48CB28-BE2F-4E70-AB89-152FB9397E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99E4A5-6ECB-409A-BE4C-3E481A9A24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56434A-0C97-4A0E-A9F9-6A161F632C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600200" y="205740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4200" b="1" u="none" strike="noStrike">
                <a:solidFill>
                  <a:schemeClr val="dk1"/>
                </a:solidFill>
                <a:effectLst/>
                <a:uFillTx/>
                <a:latin typeface="DejaVu Serif"/>
              </a:rPr>
              <a:t>Solar Arrays for Major Retailers in Chattanooga, TN</a:t>
            </a:r>
            <a:br>
              <a:rPr sz="4200"/>
            </a:br>
            <a:endParaRPr lang="en-US" sz="4200" b="1" u="none" strike="noStrike">
              <a:solidFill>
                <a:schemeClr val="dk1"/>
              </a:solidFill>
              <a:effectLst/>
              <a:uFillTx/>
              <a:latin typeface="DejaVu Serif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360" y="525780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DejaVu Serif"/>
              </a:rPr>
              <a:t>By Joshua Leath, 27</a:t>
            </a:r>
            <a:r>
              <a:rPr lang="en-US" sz="2400" b="0" u="none" strike="noStrike" baseline="33000">
                <a:solidFill>
                  <a:schemeClr val="dk1"/>
                </a:solidFill>
                <a:effectLst/>
                <a:uFillTx/>
                <a:latin typeface="DejaVu Serif"/>
              </a:rPr>
              <a:t>th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DejaVu Serif"/>
              </a:rPr>
              <a:t> September, 2026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slide2" descr="Community Solar Analysis for Chattanooga, TN3"/>
          <p:cNvPicPr/>
          <p:nvPr/>
        </p:nvPicPr>
        <p:blipFill>
          <a:blip r:embed="rId1"/>
          <a:stretch/>
        </p:blipFill>
        <p:spPr>
          <a:xfrm>
            <a:off x="0" y="0"/>
            <a:ext cx="72280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slide3" descr="Community Solar Analysis for Chattanooga, TN4"/>
          <p:cNvPicPr/>
          <p:nvPr/>
        </p:nvPicPr>
        <p:blipFill>
          <a:blip r:embed="rId1"/>
          <a:stretch/>
        </p:blipFill>
        <p:spPr>
          <a:xfrm>
            <a:off x="2481840" y="0"/>
            <a:ext cx="72280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slide4" descr="Community Solar Analysis for Chattanooga, TN5"/>
          <p:cNvPicPr/>
          <p:nvPr/>
        </p:nvPicPr>
        <p:blipFill>
          <a:blip r:embed="rId1"/>
          <a:stretch/>
        </p:blipFill>
        <p:spPr>
          <a:xfrm>
            <a:off x="2481840" y="0"/>
            <a:ext cx="72280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slide5" descr="Community Solar Analysis for Chattanooga, TN6"/>
          <p:cNvPicPr/>
          <p:nvPr/>
        </p:nvPicPr>
        <p:blipFill>
          <a:blip r:embed="rId1"/>
          <a:stretch/>
        </p:blipFill>
        <p:spPr>
          <a:xfrm>
            <a:off x="2481840" y="0"/>
            <a:ext cx="72280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slide6" descr="Community Solar Analysis for Chattanooga, TN7"/>
          <p:cNvPicPr/>
          <p:nvPr/>
        </p:nvPicPr>
        <p:blipFill>
          <a:blip r:embed="rId1"/>
          <a:stretch/>
        </p:blipFill>
        <p:spPr>
          <a:xfrm>
            <a:off x="2481840" y="0"/>
            <a:ext cx="72280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slide7" descr="Community Solar Analysis for Chattanooga, TN10"/>
          <p:cNvPicPr/>
          <p:nvPr/>
        </p:nvPicPr>
        <p:blipFill>
          <a:blip r:embed="rId1"/>
          <a:stretch/>
        </p:blipFill>
        <p:spPr>
          <a:xfrm>
            <a:off x="2481840" y="0"/>
            <a:ext cx="72280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slide9" descr="Community Solar Analysis for Chattanooga, TN12"/>
          <p:cNvPicPr/>
          <p:nvPr/>
        </p:nvPicPr>
        <p:blipFill>
          <a:blip r:embed="rId1"/>
          <a:stretch/>
        </p:blipFill>
        <p:spPr>
          <a:xfrm>
            <a:off x="2481840" y="0"/>
            <a:ext cx="72280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slide10" descr="Community Solar Analysis for Chattanooga, TN13"/>
          <p:cNvPicPr/>
          <p:nvPr/>
        </p:nvPicPr>
        <p:blipFill>
          <a:blip r:embed="rId1"/>
          <a:stretch/>
        </p:blipFill>
        <p:spPr>
          <a:xfrm>
            <a:off x="0" y="360"/>
            <a:ext cx="72280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/>
          <p:cNvSpPr txBox="1"/>
          <p:nvPr/>
        </p:nvSpPr>
        <p:spPr>
          <a:xfrm>
            <a:off x="7543800" y="228600"/>
            <a:ext cx="4114800" cy="525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using heat maps and time series line charts, it becomes easier to understand just how much of a difference there is between outdoor and indoor temperatures, and on average even the lowest indoor car temperatures pose a risk to anyone inside for a prolonged period.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roid Sans Fallback"/>
              </a:rPr>
              <a:t>While  outdoor temperatures &gt;= 77.091℉ or &gt;= 74.964℉ are fine for a specific period of time, indoor car temperatures like 127.32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℉ are stated to cause hypothermia, especially in children as reported by the National Weather Service.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2026-09-27T22:25:55Z</dcterms:created>
  <dc:creator/>
  <dc:description/>
  <dc:language>en-US</dc:language>
  <cp:lastModifiedBy/>
  <dcterms:modified xsi:type="dcterms:W3CDTF">2026-09-27T19:12:08Z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